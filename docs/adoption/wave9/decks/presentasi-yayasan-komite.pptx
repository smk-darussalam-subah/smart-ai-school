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'1.0' encoding='utf-8'?>
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Relationship Type="http://schemas.openxmlformats.org/package/2006/relationships/metadata/core-properties" Target="/docProps/core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2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  <p:sldId xmlns:r="http://schemas.openxmlformats.org/officeDocument/2006/relationships" id="260" r:id="rId7"/>
    <p:sldId xmlns:r="http://schemas.openxmlformats.org/officeDocument/2006/relationships" id="261" r:id="rId8"/>
    <p:sldId xmlns:r="http://schemas.openxmlformats.org/officeDocument/2006/relationships" id="262" r:id="rId9"/>
    <p:sldId xmlns:r="http://schemas.openxmlformats.org/officeDocument/2006/relationships" id="263" r:id="rId10"/>
    <p:sldId xmlns:r="http://schemas.openxmlformats.org/officeDocument/2006/relationships" id="264" r:id="rI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Relationship Type="http://schemas.openxmlformats.org/officeDocument/2006/relationships/slide" Target="/ppt/slides/slide5.xml" Id="rId7" /><Relationship Type="http://schemas.openxmlformats.org/officeDocument/2006/relationships/slide" Target="/ppt/slides/slide6.xml" Id="rId8" /><Relationship Type="http://schemas.openxmlformats.org/officeDocument/2006/relationships/slide" Target="/ppt/slides/slide7.xml" Id="rId9" /><Relationship Type="http://schemas.openxmlformats.org/officeDocument/2006/relationships/slide" Target="/ppt/slides/slide8.xml" Id="rId10" /><Relationship Type="http://schemas.openxmlformats.org/officeDocument/2006/relationships/slide" Target="/ppt/slides/slide9.xml" Id="rId11" /><Relationship Type="http://schemas.openxmlformats.org/officeDocument/2006/relationships/slideMaster" Target="/ppt/slideMasters/slideMaster1.xml" Id="rId12" /><Relationship Type="http://schemas.openxmlformats.org/officeDocument/2006/relationships/tableStyles" Target="/ppt/tableStyles.xml" Id="rId13" /><Relationship Type="http://schemas.openxmlformats.org/officeDocument/2006/relationships/theme" Target="/ppt/theme/theme1.xml" Id="rId14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pertanyaan sederhana: informasi sekolah apa yang paling sering sulit ditemukan atau ditelusuri? Deck ini menjelaskan bagaimana DIIS membantu Yayasan, Komite, dan pimpinan sekolah.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DIIS bukan sekadar kumpulan menu. DIIS menyatukan alur kerja sekolah dan menjaga setiap pengguna tetap pada konteks yang 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Ajak audiens memilih satu masalah yang paling sering mereka alami. Hubungkan jawabannya dengan workflow yang akan ditunjukkan.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DIIS memperjelas alur dan tanggung jawab, bukan menggantikan pertimbangan profesional guru atau pimpinan.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apps/web/src/lib/help/help-authority.ts</a:t>
            </a:r>
          </a:p>
          <a:p xmlns:a="http://schemas.openxmlformats.org/drawingml/2006/main">
            <a:r>
              <a:t>- apps/web/src/lib/help/help-projection.ts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Tidak perlu menjelaskan semua menu. Pilih dua fitur terdekat dengan pekerjaan audiens, lalu gunakan screenshot sampel sebagai bukti.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Dasbor Eksekutif membantu pimpinan membaca kondisi sekolah, lalu berpindah ke proses sumber bila ada indikator yang perlu ditindaklanjuti.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apps/web/src/app/dashboard/executive/page.tsx</a:t>
            </a:r>
          </a:p>
          <a:p xmlns:a="http://schemas.openxmlformats.org/drawingml/2006/main">
            <a:r>
              <a:t>- apps/web/private/help-screenshots/shot-executive-desktop.png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Sekolah hanya menutup semester setelah readiness terpenuhi dan menyimpan snapshot historis yang tidak berubah.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apps/api/src/semester-closing/semester-closing.service.ts</a:t>
            </a:r>
          </a:p>
          <a:p xmlns:a="http://schemas.openxmlformats.org/drawingml/2006/main">
            <a:r>
              <a:t>- apps/web/private/help-screenshots/shot-closing-desktop.png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glosarium hanya ketika istilah muncul dalam percakapan. Hindari jargon bila kata sehari-hari sudah cukup.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apps/web/src/lib/help/help-catalog.ts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ajakan mencoba satu workflow yang relevan. Jangan menyatakan Appointment automation production sudah operasional.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docs/audits/WAVE9-SHARED-AUTH-CONTROLLED-CUTOVER-INDEPENDENT-REVIEW-2026-08-28.md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2.xml" Id="rI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notesSlide" Target="/ppt/notesSlides/notesSlide1.xml" Id="rId1" /><Relationship Type="http://schemas.openxmlformats.org/officeDocument/2006/relationships/slideLayout" Target="/ppt/slideLayouts/slideLayout1.xml" Id="rId2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image" Target="/ppt/media/image.png" Id="rId1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1.xml" Id="rId3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notesSlide" Target="/ppt/notesSlides/notesSlide3.xml" Id="rId1" /><Relationship Type="http://schemas.openxmlformats.org/officeDocument/2006/relationships/slideLayout" Target="/ppt/slideLayouts/slideLayout1.xml" Id="rId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notesSlide" Target="/ppt/notesSlides/notesSlide4.xml" Id="rId1" /><Relationship Type="http://schemas.openxmlformats.org/officeDocument/2006/relationships/slideLayout" Target="/ppt/slideLayouts/slideLayout1.xml" Id="rId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image" Target="/ppt/media/image2.png" Id="rId1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1.xml" Id="rId3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image" Target="/ppt/media/image3.png" Id="rId1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1.xml" Id="rId3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image" Target="/ppt/media/image4.png" Id="rId1" /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1.xml" Id="rId3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notesSlide" Target="/ppt/notesSlides/notesSlide8.xml" Id="rId1" /><Relationship Type="http://schemas.openxmlformats.org/officeDocument/2006/relationships/slideLayout" Target="/ppt/slideLayouts/slideLayout1.xml" Id="rId2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notesSlide" Target="/ppt/notesSlides/notesSlide9.xml" Id="rId1" /><Relationship Type="http://schemas.openxmlformats.org/officeDocument/2006/relationships/slideLayout" Target="/ppt/slideLayouts/slideLayout1.xml" Id="rI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28264-D171-56CD-AD90-1A3D71C9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B3D1A-C63B-5956-8945-297352D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DE0C2"/>
                </a:solidFill>
              </a:defRPr>
            </a:pPr>
            <a:r>
              <a:rPr sz="1125" b="1">
                <a:solidFill>
                  <a:srgbClr val="8DE0C2"/>
                </a:solidFill>
              </a:rPr>
              <a:t>DIIS SMK DARUSSALAM SUBAH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8636E-47B5-54D4-A5C4-29C877FA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DIIS untuk Yayasan dan Komite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62F26-EA63-5562-B926-8064855E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AD6E4"/>
                </a:solidFill>
              </a:defRPr>
            </a:pPr>
            <a:r>
              <a:rPr sz="1800">
                <a:solidFill>
                  <a:srgbClr val="CAD6E4"/>
                </a:solidFill>
              </a:rPr>
              <a:t>Memahami operasi sekolah dari informasi yang utuh dan dapat ditelusuri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A7D5D-A4DD-5D92-BD1A-F697B92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572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049"/>
          </a:solidFill>
          <a:ln xmlns:a="http://schemas.openxmlformats.org/drawingml/2006/main" w="9525">
            <a:solidFill>
              <a:srgbClr val="2549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CAEFD-CB2C-5E4D-918E-E98BB02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720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Untuk Yayasan, Komite, dan pimpinan sekolah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A7DC9-D60D-5F48-BBD2-8637906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3A5B8"/>
                </a:solidFill>
              </a:defRPr>
            </a:pPr>
            <a:r>
              <a:rPr sz="1125">
                <a:solidFill>
                  <a:srgbClr val="93A5B8"/>
                </a:solidFill>
              </a:rPr>
              <a:t>Presentasi pengenalan dan panduan adopsi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52F1B-ABC4-500C-B96D-B3C36BEB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Yayasan, Komite, dan pimpinan sekolah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A12CE-FF97-556E-8A6A-A5844DE2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97488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DA1BE-3421-5827-BEC7-40F424E7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MENGENAL DIIS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7EA85-F6E0-5D42-8D95-4E80643D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111F"/>
                </a:solidFill>
              </a:defRPr>
            </a:pPr>
            <a:r>
              <a:rPr sz="2850" b="1">
                <a:solidFill>
                  <a:srgbClr val="08111F"/>
                </a:solidFill>
              </a:rPr>
              <a:t>Apa itu DIIS?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4A26F-C8C0-52AD-BFB0-6C19ED59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524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235"/>
                </a:solidFill>
              </a:defRPr>
            </a:pPr>
            <a:r>
              <a:rPr sz="1725">
                <a:solidFill>
                  <a:srgbClr val="172235"/>
                </a:solidFill>
              </a:rPr>
              <a:t>DIIS adalah ruang kerja digital sekolah yang menyatukan kegiatan akademik, administrasi, komunikasi, dan pemantauan dalam satu tempat. Setiap orang melihat informasi sesuai tanggung jawabnya.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533B5-72AB-5ACE-A517-244985A6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FD7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524BE-C26C-5371-B472-EA5665DA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6647"/>
                </a:solidFill>
              </a:defRPr>
            </a:pPr>
            <a:r>
              <a:rPr sz="1125" b="1">
                <a:solidFill>
                  <a:srgbClr val="086647"/>
                </a:solidFill>
              </a:rPr>
              <a:t>Artinya bagi Anda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64695-A019-5ECE-9223-27670B8C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5E4A"/>
                </a:solidFill>
              </a:defRPr>
            </a:pPr>
            <a:r>
              <a:rPr sz="1275">
                <a:solidFill>
                  <a:srgbClr val="245E4A"/>
                </a:solidFill>
              </a:rPr>
              <a:t>Bagi Yayasan dan Komite, DIIS membantu melihat keadaan sekolah secara ringkas tanpa kehilangan hubungan dengan data dan proses sumbernya.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45539-85A9-5E2D-A9A1-1EA2D1A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876300"/>
            <a:ext cx="5619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19" name="Gambar informatif" title="Gambar informatif" descr="Ilustrasi ekosistem sekolah Indonesia yang terhubung melalui DIIS dengan akses sesuai tanggung jawab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rcRect xmlns:a="http://schemas.openxmlformats.org/drawingml/2006/main" l="16539" t="0" r="165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990600"/>
            <a:ext cx="5391150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C0C7E-0F87-5866-9427-1F770753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Satu sumber kerja bersama, dengan akses sesuai tanggung jawab.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2F981-C6BE-5BB1-815D-846355E3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Yayasan, Komite, dan pimpinan sekolah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0631E-AC56-5BF0-A5B7-BB1CB1D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7427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76BFD-E611-57B8-96B9-537FEB08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MENGAPA DIIS DIBUAT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B5C0D-2511-5E2F-AFA2-A0C3D693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Masalah yang ingin diselesaikan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13AC9-C13E-52A9-A046-5AE4A9E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97A"/>
                </a:solidFill>
              </a:defRPr>
            </a:pPr>
            <a:r>
              <a:rPr sz="1425">
                <a:solidFill>
                  <a:srgbClr val="5C697A"/>
                </a:solidFill>
              </a:rPr>
              <a:t>Masalahnya bukan kekurangan data, melainkan data yang tersebar, sulit ditelusuri, dan tidak selalu berada pada konteks yang tepat.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50E09-2705-5116-B474-2BA2818C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CECE8"/>
          </a:solidFill>
          <a:ln xmlns:a="http://schemas.openxmlformats.org/drawingml/2006/main" w="9525">
            <a:solidFill>
              <a:srgbClr val="E36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18EF5-037B-57EF-B2BB-2388CE24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84B"/>
          </a:solidFill>
          <a:ln xmlns:a="http://schemas.openxmlformats.org/drawingml/2006/main" w="9525">
            <a:solidFill>
              <a:srgbClr val="E36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EB26B-A0A9-5F33-BFCC-F78BDEFA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Informasi tersebar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0F36A-442B-53F9-8175-04B9ADD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Data sering berada di file, pesan, dan aplikasi yang berbeda.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3316D-C42F-53E2-BC96-21958FCD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C630A-444C-5577-B149-CEABBBC3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BE7C0-8B9D-5E81-BE94-54E7D93E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Sulit melihat kemajuan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77D81-86D5-52F8-ADF8-B1687DC7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Pimpinan membutuhkan ringkasan yang tetap bisa ditelusuri.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DFB08-AA96-5D90-B0D5-7664E42D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B6C0F-D723-5DBA-BFF6-63DC1E8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E1292-2A36-5927-AE94-65323F56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Keputusan terlambat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46E4A-0F8D-510F-BB82-C25A6D0B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Masalah baru terlihat setelah proses akademik sudah tertinggal.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4FBA8-A618-5D78-887C-FF6FDEE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F4960-8023-5928-8D1E-041B944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E5EAF-AFB5-53E7-9E0D-95A1896D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95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Bukti tidak seragam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E6A86-6F3C-5DD3-AF57-B74ED00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Laporan perlu berasal dari periode dan snapshot resmi yang sama.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AA57A-B337-5C98-AA73-51078406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Yayasan, Komite, dan pimpinan sekolah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CE395-2594-5841-A729-2662441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5771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75CC6-1FCD-5FBA-8520-FEDB0918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Tujuan DIIS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C4863-A8BB-5D59-8ABD-D27B6B4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5E0EA"/>
                </a:solidFill>
              </a:defRPr>
            </a:pPr>
            <a:r>
              <a:rPr sz="1875">
                <a:solidFill>
                  <a:srgbClr val="D5E0EA"/>
                </a:solidFill>
              </a:rPr>
              <a:t>Membantu pimpinan melihat gambaran besar, menemukan bagian yang perlu ditindaklanjuti, dan menjaga keputusan tetap berdasarkan data resmi.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8F900-1EF9-57E5-B7CE-FC690E34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DE0C2"/>
                </a:solidFill>
              </a:defRPr>
            </a:pPr>
            <a:r>
              <a:rPr sz="1275" b="1">
                <a:solidFill>
                  <a:srgbClr val="8DE0C2"/>
                </a:solidFill>
              </a:rPr>
              <a:t>Alur yang sederhana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CD626-02B5-509C-86EC-A57CB60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21275-0D57-50E5-940F-F351632E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5C2D8-CFA2-5BB8-AD8B-E4F3F9D5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6C011-C982-5BBD-B27E-07A6ED5F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Lihat ringkasan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70B7C-363F-5062-8C8D-C3945DD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A2B57-E0CC-5E35-8176-31B1D040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86D3C-4B12-5812-B17C-F1717B94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5272C-3B7D-5E88-9F4D-2F7E22F0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7C804-92DA-5C15-BF84-B1E542E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Temukan indikator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9AA01-B4D6-52A0-969A-EB62F432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A835C-9F20-588F-ACA0-540ED8A2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7706C-6529-5FFD-9166-0A9B419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8F1A2-9647-5983-8B6B-99EB6CA1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AD4E6-62E9-5115-8C93-752BB0A1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Buka proses sumber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99F58-7413-5115-A731-0FE23C22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8372A-BE0A-58B6-BA73-38EA4B4B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DD644A-4D81-53B2-A9BC-04F45C4B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96529-3890-5D2A-80CC-C3F89FF8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6A555-DFFC-53DC-AC05-3ACF0570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Tindak lanjuti bersama pemilik tugas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B0F5F-A046-572A-9294-448E2063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29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82940"/>
          </a:solidFill>
          <a:ln xmlns:a="http://schemas.openxmlformats.org/drawingml/2006/main" w="9525">
            <a:solidFill>
              <a:srgbClr val="3851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32061-FFC8-5A69-80C1-275C4131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DIIS membantu pekerjaan lebih terlihat dan teratur. Keputusan tetap berada pada petugas yang berwenang.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C1F85-BAB3-5D11-94F6-AFCC3E73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Yayasan, Komite, dan pimpinan sekolah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55798-A602-54A4-A486-B17D0596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45374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B8190-0977-5D5A-BDD0-C42040D5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FITUR UTAMA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C9116-5E84-546A-8FB9-535B6CDA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Apa saja yang tersedia?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FBD13-9F6F-5B8B-806E-8B2D9144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97A"/>
                </a:solidFill>
              </a:defRPr>
            </a:pPr>
            <a:r>
              <a:rPr sz="1350">
                <a:solidFill>
                  <a:srgbClr val="5C697A"/>
                </a:solidFill>
              </a:rPr>
              <a:t>Fitur DIIS saling terhubung, tetapi tampilan dan tindakannya tetap mengikuti peran masing-masing.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280F4-DB17-5A41-9983-7DC421D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1BFF3-0B6B-5511-A2D9-ABA758EB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1687B-AE53-5341-8C5F-F1FD4E27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Dasbor Eksekutif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9FCC6-CE0D-52F1-9171-54A864BD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Kehadiran, akademik, dan operasi sekolah dalam satu ringkasan.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55513-1DE6-5D64-AF15-9A704DBD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41084-50C3-51FC-A385-FEF49C1A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025A8-7F7E-5E9C-AC62-B5D7CB1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Rapor Resmi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26BB6-62A5-5B8F-9A34-6801B2E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Hasil semester dari snapshot yang sudah ditinjau dan didistribusikan.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C5499-4855-5277-8F0C-DC89815B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D743B-5E2A-55C7-A592-E8D3E5AB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97F53-61B9-5351-BE5E-FE2F818B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Penutupan Semester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1DAE6-866F-52C0-8C26-FA6D2E6C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Readiness, riwayat, cetak, dan CSV dalam alur yang terkontrol.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6F908-9242-5FD1-9CDA-EB764C5C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3D212-3A7D-59D6-B718-7B1F6C19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F924-A9ED-55E8-95FE-69DA6129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Appointment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DCF7B-A2AA-543A-B7CE-E3FCA53A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Kewenangan jabatan mengikuti masa tugas aktif, bukan role permanen.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BF920-8CE8-5B05-A2C2-B29487FC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5529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44" name="Gambar informatif" title="Gambar informatif" descr="Tim pimpinan sekolah meninjau ringkasan kehadiran, kesiapan semester, Rapor, dan akuntabilitas pada layar bersam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rcRect xmlns:a="http://schemas.openxmlformats.org/drawingml/2006/main" l="18061" t="0" r="180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924050"/>
            <a:ext cx="4324350" cy="3810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EDCCA-DE90-501B-82B5-AEC1BFA4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Yayasan, Komite, dan pimpinan sekolah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33D25-0736-5293-8FF8-A4775FF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48806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EA585-E348-5B3B-9DC5-03F06FC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8C5CE-445B-5FB9-BF55-9733B741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SAMPEL TAMPILAN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8740D-4DB5-53B3-8F1C-CCEB22FF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111F"/>
                </a:solidFill>
              </a:defRPr>
            </a:pPr>
            <a:r>
              <a:rPr sz="2475" b="1">
                <a:solidFill>
                  <a:srgbClr val="08111F"/>
                </a:solidFill>
              </a:rPr>
              <a:t>Ringkasan yang dapat ditelusuri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236EA-16EB-508B-BE5C-5668194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97A"/>
                </a:solidFill>
              </a:defRPr>
            </a:pPr>
            <a:r>
              <a:rPr sz="1500">
                <a:solidFill>
                  <a:srgbClr val="5C697A"/>
                </a:solidFill>
              </a:rPr>
              <a:t>Dasbor Eksekutif membantu pimpinan membaca kondisi sekolah, lalu berpindah ke proses sumber bila ada indikator yang perlu ditindaklanjuti.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9A072-5DA6-58E5-806F-53834DF0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17538-0DE3-55D0-B91E-15A2B6E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Periksa periode dan waktu pembaruan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828E7-5C43-54A5-9555-E91D3AF0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D9A53-85B6-5F6C-A489-305E6F51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Gunakan angka sebagai pintu masuk, bukan kesimpulan akhir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06E58-6438-562F-B91B-C9EDBF37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667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DD8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184D9-173F-58B0-BCE7-B73F51DF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6747"/>
                </a:solidFill>
              </a:defRPr>
            </a:pPr>
            <a:r>
              <a:rPr sz="1125" b="1">
                <a:solidFill>
                  <a:srgbClr val="096747"/>
                </a:solidFill>
              </a:rPr>
              <a:t>Screenshot adalah pelengkap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3AFC6-16B1-59A3-8AFC-6CF12EF7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5E4A"/>
                </a:solidFill>
              </a:defRPr>
            </a:pPr>
            <a:r>
              <a:rPr sz="1050">
                <a:solidFill>
                  <a:srgbClr val="245E4A"/>
                </a:solidFill>
              </a:rPr>
              <a:t>Gunakan untuk menunjukkan alur, bukan untuk memenuhi slide dengan detail kecil.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8BC09-6613-5D44-8A0D-43049320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60007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29" name="Gambar informatif" title="Gambar informatif" descr="Dasbor Eksekutif DIIS menampilkan ringkasan kondisi sekolah dan jalur menuju proses sumber dengan data sintet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tretch xmlns:a="http://schemas.openxmlformats.org/drawingml/2006/main"/>
        </p:blipFill>
        <p:spPr>
          <a:xfrm xmlns:a="http://schemas.openxmlformats.org/drawingml/2006/main">
            <a:off x="5810250" y="1563291"/>
            <a:ext cx="5695950" cy="355996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86B66-48B3-59ED-8FC5-5E1AE6FF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9590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97A"/>
                </a:solidFill>
              </a:defRPr>
            </a:pPr>
            <a:r>
              <a:rPr sz="900">
                <a:solidFill>
                  <a:srgbClr val="5C697A"/>
                </a:solidFill>
              </a:rPr>
              <a:t>Tampilan aktual dari aplikasi frozen, menggunakan data sintetis.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840D0-F6E9-5820-8B94-B4FDB74C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Yayasan, Komite, dan pimpinan sekolah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7E58-9A51-5D7A-B997-8CF0608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6032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BEC33-26EB-5651-87A5-4C875BBC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1DA66-4ABC-5D48-A89D-FA512902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SAMPEL TAMPILAN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0266E-9CB9-523C-8EF1-FD67B1D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111F"/>
                </a:solidFill>
              </a:defRPr>
            </a:pPr>
            <a:r>
              <a:rPr sz="2475" b="1">
                <a:solidFill>
                  <a:srgbClr val="08111F"/>
                </a:solidFill>
              </a:rPr>
              <a:t>Penutupan semester berbasis bukti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58669-F187-56C3-AEA6-B26944E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97A"/>
                </a:solidFill>
              </a:defRPr>
            </a:pPr>
            <a:r>
              <a:rPr sz="1500">
                <a:solidFill>
                  <a:srgbClr val="5C697A"/>
                </a:solidFill>
              </a:rPr>
              <a:t>Sekolah hanya menutup semester setelah readiness terpenuhi dan menyimpan snapshot historis yang tidak berubah.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8DA05-94AB-5BE1-8047-4835A6FA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DB556-F11C-586A-BB64-FFA2101D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Blocker harus selesai sebelum penutupan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447EE-8B99-5320-A897-AB98096C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0E6AF-E09A-5B4F-A085-E26597AD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Laporan historis tetap dapat dibuka, dicetak, dan diunduh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1C38C-1FB8-58EE-8E20-E04EBCD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667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DD8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133E2-9073-581D-B594-E97C2E1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6747"/>
                </a:solidFill>
              </a:defRPr>
            </a:pPr>
            <a:r>
              <a:rPr sz="1125" b="1">
                <a:solidFill>
                  <a:srgbClr val="096747"/>
                </a:solidFill>
              </a:rPr>
              <a:t>Screenshot adalah pelengkap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2099E-5614-522C-B34A-E358D4D6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5E4A"/>
                </a:solidFill>
              </a:defRPr>
            </a:pPr>
            <a:r>
              <a:rPr sz="1050">
                <a:solidFill>
                  <a:srgbClr val="245E4A"/>
                </a:solidFill>
              </a:rPr>
              <a:t>Gunakan untuk menunjukkan alur, bukan untuk memenuhi slide dengan detail kecil.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EF7F1-8FE0-5C4A-9DB0-7BFD4E88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60007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29" name="Gambar informatif" title="Gambar informatif" descr="Halaman Penutupan Semester DIIS menampilkan readiness, blocker, dan riwayat snapshot dengan data sintet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tretch xmlns:a="http://schemas.openxmlformats.org/drawingml/2006/main"/>
        </p:blipFill>
        <p:spPr>
          <a:xfrm xmlns:a="http://schemas.openxmlformats.org/drawingml/2006/main">
            <a:off x="5810250" y="1563291"/>
            <a:ext cx="5695950" cy="355996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D0631-E9C9-5A9F-865F-41523869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9590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97A"/>
                </a:solidFill>
              </a:defRPr>
            </a:pPr>
            <a:r>
              <a:rPr sz="900">
                <a:solidFill>
                  <a:srgbClr val="5C697A"/>
                </a:solidFill>
              </a:rPr>
              <a:t>Tampilan aktual dari aplikasi frozen, menggunakan data sintetis.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0D836-6031-5810-983A-323406D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Yayasan, Komite, dan pimpinan sekolah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09E4E-94FF-5E34-9D2C-EFDBBDA3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8313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87DDB3-13A0-5109-8A67-993CA122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ISTILAH YANG SERING MUNCUL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EB3EB-5207-5BC4-80F5-16F42D2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Bahasa sederhananya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9BCAF-F520-53D6-A46F-FCAC4988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97A"/>
                </a:solidFill>
              </a:defRPr>
            </a:pPr>
            <a:r>
              <a:rPr sz="1350">
                <a:solidFill>
                  <a:srgbClr val="5C697A"/>
                </a:solidFill>
              </a:rPr>
              <a:t>Istilah ini membantu menjelaskan cara DIIS menjaga informasi dan alur kerja tetap tertib.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087AD-65E8-5C5B-B5A1-ADA13186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E4401-DA46-5369-A2E4-88B9B268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81E98-0FE3-55DF-8519-DFCC80C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Batas akses dan tindakan sesuai tanggung jawab pengguna.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E523E-BA28-55DF-AEB6-08607905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2189F-3F65-5656-8EB7-888E05D0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Appointment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385EA-B521-5491-99E3-FEA240A1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Jabatan dengan masa tugas aktif, misalnya Kepala Sekolah atau WAKA.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4FFC1-0260-5324-A5E4-186A956E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35ADB-1625-5C79-9E9C-1B0AA779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3EA65-BBCD-55DC-9855-F7BC6AFF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Urutan kerja dari mulai, ditinjau, sampai selesai.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F62FD-7A2A-5204-BD8E-A087D90B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0F7B2-09FE-57BC-B966-7D4A6F2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0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0D86D-5D4D-506A-8944-B8531CBE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Salinan resmi data pada satu waktu yang tidak ikut berubah.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F9117-6BB4-5CE9-BCDD-7384638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D40F7-3972-5A46-B481-DD3E35B7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Data pribadi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B8D4C-4159-506E-BEE8-361E4F98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Informasi seseorang yang harus dijaga dan tidak dibagikan sembarangan.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36DB6-5A8C-5720-9648-7312ABF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342BA-8682-52D7-89B1-1B88F1DD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0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Fixture sintetis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62B4A-A050-5F78-8B4F-D074BFF7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Data latihan buatan yang aman dan bukan data warga sekolah nyata.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D5E3C-F21B-5C25-95D1-C3CED88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Yayasan, Komite, dan pimpinan sekolah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32044-2A37-5839-B44D-759B18B1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884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D041C-A413-5F0D-BF77-4C55BC50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Mulai dari langkah kecil yang aman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EACC3-4844-5324-B856-E448709B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9D5E3"/>
                </a:solidFill>
              </a:defRPr>
            </a:pPr>
            <a:r>
              <a:rPr sz="1650">
                <a:solidFill>
                  <a:srgbClr val="C9D5E3"/>
                </a:solidFill>
              </a:rPr>
              <a:t>DIIS paling mudah dipahami ketika langsung dicoba pada alur yang dekat dengan pekerjaan sehari-hari.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5BB71-6F4D-517D-98FC-66F96EAE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BC10C-8064-5153-9665-3820B11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9B1C7-16DE-5EC5-99B1-C8978ED9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3095B-351A-55EA-9C7C-F850A61E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Gunakan akun latihan dan data sintetis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6436A-756F-5212-B50A-B2BAACD8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4D98-8DBF-5CF6-AE12-C0E9ABF2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FF8FB-9A44-5647-9A12-20A0357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16FDB-EB5B-5B61-8C7E-F50E2FEB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Pilih satu workflow sesuai peran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8EA64-BCBB-5AC3-A3B7-A39701F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0CB2E-9FCB-56B2-A45C-6DBCB894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0CB53-4985-5A41-968E-71A4AF1C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4BD18-C8C9-59FD-B472-8704265F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Catat pertanyaan atau hambatan yang nyata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E39F5-B5A0-51FE-844B-8B66B5A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56306-3AA6-5F99-A523-3DB8E46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1DD4E-2F78-5558-8741-6E86E23E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124CB-07A5-58BD-BC9A-31C7B68B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481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Gunakan data nyata setelah readiness disetujui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7D017-D3C9-57C3-8D58-F568512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57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D271E"/>
          </a:solidFill>
          <a:ln xmlns:a="http://schemas.openxmlformats.org/drawingml/2006/main" w="9525">
            <a:solidFill>
              <a:srgbClr val="715E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CEE0D-E1A4-5B4F-995D-7A22B007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482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D794"/>
                </a:solidFill>
              </a:defRPr>
            </a:pPr>
            <a:r>
              <a:rPr sz="1050" b="1">
                <a:solidFill>
                  <a:srgbClr val="F6D794"/>
                </a:solidFill>
              </a:rPr>
              <a:t>Catatan go-live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E9379-4008-568C-B623-1C4FECC5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3D4"/>
                </a:solidFill>
              </a:defRPr>
            </a:pPr>
            <a:r>
              <a:rPr sz="1200">
                <a:solidFill>
                  <a:srgbClr val="FFF3D4"/>
                </a:solidFill>
              </a:rPr>
              <a:t>Automation aktivasi Appointment harian di production belum aktif dan wajib diselesaikan sebelum penggunaan operasional penuh.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A6C14-D725-5C68-BCE3-B036F804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Yayasan, Komite, dan pimpinan sekolah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56447-F561-5C2A-9D21-A87F4E3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15144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2026-08-30T12:00:00Z</dcterms:created>
  <dcterms:modified xsi:type="dcterms:W3CDTF">2026-08-30T12:00:00Z</dcterms:modified>
</coreProperties>
</file>